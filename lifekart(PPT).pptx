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6" r:id="rId7"/>
    <p:sldId id="263" r:id="rId8"/>
    <p:sldId id="261" r:id="rId9"/>
    <p:sldId id="267" r:id="rId10"/>
    <p:sldId id="268" r:id="rId11"/>
    <p:sldId id="269" r:id="rId12"/>
    <p:sldId id="264" r:id="rId13"/>
    <p:sldId id="265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9" autoAdjust="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E2A904-7E6C-60A8-4CEB-33770CA8E5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E73DE-3EB4-D2AA-584A-23B10CBEDD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554B4-0474-4956-86F7-13A6DE5AC447}" type="datetimeFigureOut">
              <a:rPr lang="en-IN" smtClean="0"/>
              <a:pPr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AFAB2-CA3D-A63D-AB6A-34D3738044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SCA,DSU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CA1E9-126B-54DF-1EDB-BA815D9010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1CF8F-94C8-472F-BA01-D3F2DE321F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245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6CA75-1F33-4A1C-BE87-C89EFBD83C0A}" type="datetimeFigureOut">
              <a:rPr lang="en-IN" smtClean="0"/>
              <a:pPr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SCA,DSU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DBB4E-54FD-464C-A1CE-71B719AA16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24721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CE8C-2D7D-493B-8EDA-1A40E6CB1FEB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59F1E3-CBEF-ACFD-AD1F-EFCF5DBD9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48" y="128042"/>
            <a:ext cx="2499577" cy="8900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0BC48F-0A24-E0F6-8B10-FFCB66781D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53012" y="23813"/>
            <a:ext cx="3029975" cy="7620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177C9-BF8A-43E8-A99E-25CC9571266A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99CDB9-41EE-68CE-9262-149DE660B1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48" y="128042"/>
            <a:ext cx="2499577" cy="8900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A6992A-213A-4EC7-1A33-70A35FD170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53012" y="23813"/>
            <a:ext cx="3029975" cy="7620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99BF-5BD3-4FB6-82D8-8D2FA76AAD3A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2AE606-E187-AC75-6FF0-4AA73D8607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48" y="128042"/>
            <a:ext cx="2499577" cy="8900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A8A85-0753-32A7-80A1-69D367F155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53012" y="23813"/>
            <a:ext cx="3029975" cy="7620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2B566-2330-4F27-A841-1F424A7CF1EB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C488-A42D-4FC3-8115-DBCC730D27D2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EC1C0-6344-4EAE-94F4-380077B0E55B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5D99C-0999-460D-ADEA-10E30B8BCB85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364C3E-7E5F-63D9-5394-6B222CFFE1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48" y="128042"/>
            <a:ext cx="2499577" cy="890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17148-4CBB-3C22-6600-10930E1881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53012" y="23813"/>
            <a:ext cx="3029975" cy="7620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9882-43BD-41A4-8C61-676F734A7CB5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F8361-758D-4182-8CF0-1250084B6CB8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BB0A-4EB8-4A09-B82F-C85B66AC8479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D4065-6342-44A0-A176-DC0CAC968B6A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B5C34-79AB-454A-9F50-DC82613A32B9}" type="datetime1">
              <a:rPr lang="en-IN" smtClean="0"/>
              <a:pPr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SCA,DSU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E01A7-08A5-4732-95A7-378050096F4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7000"/>
            <a:lum/>
          </a:blip>
          <a:srcRect/>
          <a:stretch>
            <a:fillRect l="-59000" r="-5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AF9A-349E-73FF-7354-886CEDAEA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29870"/>
            <a:ext cx="12191999" cy="953576"/>
          </a:xfrm>
        </p:spPr>
        <p:txBody>
          <a:bodyPr>
            <a:noAutofit/>
          </a:bodyPr>
          <a:lstStyle/>
          <a:p>
            <a:r>
              <a:rPr lang="en-I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LifeKart</a:t>
            </a:r>
            <a:endParaRPr lang="en-IN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7BDAA-3589-6C3A-373A-5316A6E80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082" y="1784833"/>
            <a:ext cx="8650942" cy="1200000"/>
          </a:xfrm>
        </p:spPr>
        <p:txBody>
          <a:bodyPr>
            <a:normAutofit fontScale="90000" lnSpcReduction="20000"/>
          </a:bodyPr>
          <a:lstStyle/>
          <a:p>
            <a:r>
              <a:rPr lang="en-GB" sz="2700" b="1" dirty="0">
                <a:solidFill>
                  <a:schemeClr val="tx1"/>
                </a:solidFill>
              </a:rPr>
              <a:t>Lifetime Wholesale Buying -Every Person Is a Wholesale Customer</a:t>
            </a:r>
            <a:endParaRPr lang="en-IN" sz="2700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Aiyappa B P</a:t>
            </a:r>
            <a:br>
              <a:rPr lang="en-IN" b="1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SCA24MCA003</a:t>
            </a:r>
          </a:p>
        </p:txBody>
      </p:sp>
    </p:spTree>
    <p:extLst>
      <p:ext uri="{BB962C8B-B14F-4D97-AF65-F5344CB8AC3E}">
        <p14:creationId xmlns:p14="http://schemas.microsoft.com/office/powerpoint/2010/main" val="352130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DF88-611C-DD59-C991-24D6784AF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4" y="525650"/>
            <a:ext cx="10972800" cy="1143000"/>
          </a:xfrm>
        </p:spPr>
        <p:txBody>
          <a:bodyPr>
            <a:normAutofit/>
          </a:bodyPr>
          <a:lstStyle/>
          <a:p>
            <a:r>
              <a:rPr lang="en-IN" b="1" dirty="0"/>
              <a:t>Index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D57241-0D1D-4376-594A-1144635BC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7469" y="1064884"/>
            <a:ext cx="9397181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Introduction/Abstract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Problem Statement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&amp; Limitations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Stack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Architecture &amp; Modules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Highlights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Strategy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&amp; Performance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9B14D3-A5DF-1690-7EDF-757FB19F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0197A-889D-74C9-48AF-DE22188D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59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0168-2D67-C7E3-F105-A2347F56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3580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Introduction / Abstract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65468-2168-FE83-F02E-36572C2BA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4695"/>
            <a:ext cx="10515600" cy="4351338"/>
          </a:xfrm>
        </p:spPr>
        <p:txBody>
          <a:bodyPr/>
          <a:lstStyle/>
          <a:p>
            <a:pPr algn="just">
              <a:lnSpc>
                <a:spcPct val="112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1800" b="1" dirty="0"/>
              <a:t>Direct-to-Consumer Lifetime Wholesale:</a:t>
            </a:r>
            <a:r>
              <a:rPr lang="en-US" sz="1800" b="1" dirty="0"/>
              <a:t> </a:t>
            </a:r>
            <a:r>
              <a:rPr lang="en-IN" sz="1800" dirty="0" err="1"/>
              <a:t>LifeKart</a:t>
            </a:r>
            <a:r>
              <a:rPr lang="en-IN" sz="1800" dirty="0"/>
              <a:t> lets families subscribe to everyday essentials for years in advance. This cuts out all retail middlemen and gives consumers true wholesale prices</a:t>
            </a:r>
          </a:p>
          <a:p>
            <a:pPr algn="just">
              <a:lnSpc>
                <a:spcPct val="112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1800" b="1" dirty="0"/>
              <a:t>AI-Powered Smart Subscriptions:</a:t>
            </a:r>
            <a:r>
              <a:rPr lang="en-IN" sz="1800" dirty="0"/>
              <a:t> Using Machine Learning, the system automatically adjusts what you receive as your family grows (like automatically upgrading a child's shoe size), while giving manufacturers exact production quotas so they never overproduce.</a:t>
            </a:r>
          </a:p>
          <a:p>
            <a:pPr algn="just">
              <a:lnSpc>
                <a:spcPct val="112000"/>
              </a:lnSpc>
              <a:spcBef>
                <a:spcPct val="0"/>
              </a:spcBef>
              <a:spcAft>
                <a:spcPct val="35000"/>
              </a:spcAft>
            </a:pPr>
            <a:r>
              <a:rPr lang="en-IN" sz="1800" b="1" dirty="0"/>
              <a:t>Automated Corporate Benefits:</a:t>
            </a:r>
            <a:r>
              <a:rPr lang="en-IN" sz="1800" dirty="0"/>
              <a:t> Companies can easily offer groceries as an employee perk. The platform handles all the complex math and automatically deducts the wholesale subscription costs straight from the employee's payroll.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EA1C2-1496-CAD4-E2A9-89F2081E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02470-9A40-F183-FA80-2BA5CD01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01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16E6-A6E9-E5EE-CB6B-A13EFAD9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534614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3F6C2-25C4-7B9B-60A2-53E7E2014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73" y="1945941"/>
            <a:ext cx="10515600" cy="1829105"/>
          </a:xfrm>
        </p:spPr>
        <p:txBody>
          <a:bodyPr>
            <a:normAutofit/>
          </a:bodyPr>
          <a:lstStyle/>
          <a:p>
            <a:r>
              <a:rPr lang="en-IN" sz="1800" b="1" dirty="0"/>
              <a:t>High Retail Markups:</a:t>
            </a:r>
            <a:r>
              <a:rPr lang="en-IN" sz="1800" dirty="0"/>
              <a:t> Middlemen drastically inflate the cost of everyday goods for families.</a:t>
            </a:r>
          </a:p>
          <a:p>
            <a:r>
              <a:rPr lang="en-IN" sz="1800" b="1" dirty="0"/>
              <a:t>Manufacturing Guesswork:</a:t>
            </a:r>
            <a:r>
              <a:rPr lang="en-IN" sz="1800" dirty="0"/>
              <a:t> Factories guess market demand, leading to massive overproduction and waste.</a:t>
            </a:r>
          </a:p>
          <a:p>
            <a:r>
              <a:rPr lang="en-IN" sz="1800" b="1" dirty="0"/>
              <a:t>No Lifetime Wholesale:</a:t>
            </a:r>
            <a:r>
              <a:rPr lang="en-IN" sz="1800" dirty="0"/>
              <a:t> Consumers have no way to commit to lifelong purchases in exchange for direct factory discounts.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F2B53-2A6D-6C3C-BDF1-56B38B1D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2414C-C15C-2515-EC02-21BFC8AA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90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636" y="561509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Existing Systems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4158"/>
            <a:ext cx="10515600" cy="4351338"/>
          </a:xfrm>
        </p:spPr>
        <p:txBody>
          <a:bodyPr>
            <a:normAutofit/>
          </a:bodyPr>
          <a:lstStyle/>
          <a:p>
            <a:r>
              <a:rPr lang="en-IN" sz="1900" b="1" dirty="0"/>
              <a:t>Static, Short-Term Subscriptions:</a:t>
            </a:r>
            <a:r>
              <a:rPr lang="en-IN" sz="1900" dirty="0"/>
              <a:t> Current e-commerce subscriptions are "dumb"—they send the exact same product forever and cannot automatically adapt to a growing family's changing needs.</a:t>
            </a:r>
          </a:p>
          <a:p>
            <a:r>
              <a:rPr lang="en-IN" sz="1900" b="1" dirty="0"/>
              <a:t>Retail Price Barriers:</a:t>
            </a:r>
            <a:r>
              <a:rPr lang="en-IN" sz="1900" dirty="0"/>
              <a:t> Existing platforms still act as middlemen (retailers), meaning consumers never get access to true, direct-from-factory wholesale prices.</a:t>
            </a:r>
          </a:p>
          <a:p>
            <a:r>
              <a:rPr lang="en-IN" sz="1900" b="1" dirty="0"/>
              <a:t>No Payroll Integration:</a:t>
            </a:r>
            <a:r>
              <a:rPr lang="en-IN" sz="1900" dirty="0"/>
              <a:t> There is currently no easy way for companies to subsidize employee groceries directly through automated payroll deductions.</a:t>
            </a:r>
          </a:p>
          <a:p>
            <a:pPr marL="0" indent="0" algn="just">
              <a:lnSpc>
                <a:spcPct val="112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494" y="543579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165" y="1720041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/>
              <a:t>Eliminate Retail Middlemen:</a:t>
            </a:r>
            <a:r>
              <a:rPr lang="en-IN" sz="1800" dirty="0"/>
              <a:t> Build a direct-to-consumer platform that connects families directly with factories to secure long-term, wholesale pricing on everyday essentials.</a:t>
            </a:r>
          </a:p>
          <a:p>
            <a:r>
              <a:rPr lang="en-IN" sz="1800" b="1" dirty="0"/>
              <a:t>Develop AI-Driven Forecasting:</a:t>
            </a:r>
            <a:r>
              <a:rPr lang="en-IN" sz="1800" dirty="0"/>
              <a:t> Create a machine learning engine that accurately predicts a household's lifetime consumption, giving manufacturers guaranteed production quotas to eliminate waste.</a:t>
            </a:r>
          </a:p>
          <a:p>
            <a:r>
              <a:rPr lang="en-IN" sz="1800" b="1" dirty="0"/>
              <a:t>Automate Corporate Subsidies:</a:t>
            </a:r>
            <a:r>
              <a:rPr lang="en-IN" sz="1800" dirty="0"/>
              <a:t> Implement a B2B integration that allows companies to easily offer groceries as a subsidized employee perk via automated payroll deductions.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685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40" y="1726016"/>
            <a:ext cx="10753165" cy="4351338"/>
          </a:xfrm>
        </p:spPr>
        <p:txBody>
          <a:bodyPr>
            <a:normAutofit/>
          </a:bodyPr>
          <a:lstStyle/>
          <a:p>
            <a:r>
              <a:rPr lang="en-IN" sz="1800" b="1" dirty="0"/>
              <a:t>Smart "Lifetime" Subscriptions:</a:t>
            </a:r>
            <a:r>
              <a:rPr lang="en-IN" sz="1800" dirty="0"/>
              <a:t> A platform where families subscribe to essential goods long-term, while an AI automatically upgrades product sizes (like diapers or clothing) as the children grow.</a:t>
            </a:r>
          </a:p>
          <a:p>
            <a:r>
              <a:rPr lang="en-IN" sz="1800" b="1" dirty="0"/>
              <a:t>Direct Factory Dashboards:</a:t>
            </a:r>
            <a:r>
              <a:rPr lang="en-IN" sz="1800" dirty="0"/>
              <a:t> A dedicated portal that gives manufacturers exactly how much they need to produce years in advance, ensuring zero overproduction and zero waste.</a:t>
            </a:r>
          </a:p>
          <a:p>
            <a:r>
              <a:rPr lang="en-IN" sz="1800" b="1" dirty="0"/>
              <a:t>Automated Financial Pipeline:</a:t>
            </a:r>
            <a:r>
              <a:rPr lang="en-IN" sz="1800" dirty="0"/>
              <a:t> A built-in system that automatically handles everything from corporate payroll deductions to securing long-term price protection for consumers</a:t>
            </a:r>
          </a:p>
          <a:p>
            <a:pPr algn="just">
              <a:lnSpc>
                <a:spcPct val="112000"/>
              </a:lnSpc>
              <a:spcBef>
                <a:spcPct val="0"/>
              </a:spcBef>
              <a:spcAft>
                <a:spcPct val="35000"/>
              </a:spcAft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507721"/>
            <a:ext cx="10972800" cy="1143000"/>
          </a:xfrm>
        </p:spPr>
        <p:txBody>
          <a:bodyPr/>
          <a:lstStyle/>
          <a:p>
            <a:r>
              <a:rPr lang="en-US" b="1" dirty="0"/>
              <a:t>Technology Stack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8</a:t>
            </a:fld>
            <a:endParaRPr lang="en-IN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681065"/>
              </p:ext>
            </p:extLst>
          </p:nvPr>
        </p:nvGraphicFramePr>
        <p:xfrm>
          <a:off x="1086603" y="1842347"/>
          <a:ext cx="10058400" cy="4420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9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0035">
                <a:tc>
                  <a:txBody>
                    <a:bodyPr/>
                    <a:lstStyle/>
                    <a:p>
                      <a:r>
                        <a:rPr lang="en-US" b="1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035">
                <a:tc>
                  <a:txBody>
                    <a:bodyPr/>
                    <a:lstStyle/>
                    <a:p>
                      <a:r>
                        <a:rPr lang="en-US" b="1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Next.js 14 (React)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with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TailwindCSS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Web Application &amp; Dashboards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035">
                <a:tc>
                  <a:txBody>
                    <a:bodyPr/>
                    <a:lstStyle/>
                    <a:p>
                      <a:r>
                        <a:rPr lang="en-US" b="1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(Python)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with JWT authentication, served via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Uvicorn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035">
                <a:tc>
                  <a:txBody>
                    <a:bodyPr/>
                    <a:lstStyle/>
                    <a:p>
                      <a:r>
                        <a:rPr lang="en-US" b="1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with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SQLAlchemy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ORM and Alembic migrations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035">
                <a:tc>
                  <a:txBody>
                    <a:bodyPr/>
                    <a:lstStyle/>
                    <a:p>
                      <a:r>
                        <a:rPr lang="en-US" b="1" dirty="0"/>
                        <a:t>Caching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Redis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acting as a message broker and cache layer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035">
                <a:tc>
                  <a:txBody>
                    <a:bodyPr/>
                    <a:lstStyle/>
                    <a:p>
                      <a:r>
                        <a:rPr lang="en-US" b="1" dirty="0"/>
                        <a:t>Live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Celery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workers for automated scheduling, payroll, and AI forecasting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0035">
                <a:tc>
                  <a:txBody>
                    <a:bodyPr/>
                    <a:lstStyle/>
                    <a:p>
                      <a:r>
                        <a:rPr lang="en-US" b="1" dirty="0"/>
                        <a:t>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 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 Compose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container orchestration for all services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494" y="552543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System Architecture &amp;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49923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/>
              <a:t>Decoupled Architecture:</a:t>
            </a:r>
            <a:r>
              <a:rPr lang="en-IN" sz="1800" dirty="0"/>
              <a:t> Clean separation between the Next.js frontend and </a:t>
            </a:r>
            <a:r>
              <a:rPr lang="en-IN" sz="1800" dirty="0" err="1"/>
              <a:t>FastAPI</a:t>
            </a:r>
            <a:r>
              <a:rPr lang="en-IN" sz="1800" dirty="0"/>
              <a:t> backend.</a:t>
            </a:r>
          </a:p>
          <a:p>
            <a:r>
              <a:rPr lang="en-IN" sz="1800" b="1" dirty="0"/>
              <a:t>Background Automation:</a:t>
            </a:r>
            <a:r>
              <a:rPr lang="en-IN" sz="1800" dirty="0"/>
              <a:t> Dedicated Celery workers handle heavy AI forecasting and scheduled billing.</a:t>
            </a:r>
          </a:p>
          <a:p>
            <a:r>
              <a:rPr lang="en-IN" sz="1800" b="1" dirty="0"/>
              <a:t>Three Core Modules:</a:t>
            </a:r>
            <a:r>
              <a:rPr lang="en-IN" sz="1800" dirty="0"/>
              <a:t> Custom dashboards for Households, Manufacturers, and Corporate HR.</a:t>
            </a:r>
          </a:p>
          <a:p>
            <a:pPr algn="just">
              <a:lnSpc>
                <a:spcPct val="112000"/>
              </a:lnSpc>
              <a:spcBef>
                <a:spcPct val="0"/>
              </a:spcBef>
              <a:spcAft>
                <a:spcPct val="35000"/>
              </a:spcAft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494" y="552543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49923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/>
              <a:t>Docker Containerization:</a:t>
            </a:r>
            <a:r>
              <a:rPr lang="en-IN" sz="1800" dirty="0"/>
              <a:t> Orchestrated the entire tech stack (Database, API, Frontend, Workers) using Docker for instant, unified deployment.</a:t>
            </a:r>
          </a:p>
          <a:p>
            <a:r>
              <a:rPr lang="en-IN" sz="1800" b="1" dirty="0"/>
              <a:t>Robust Security:</a:t>
            </a:r>
            <a:r>
              <a:rPr lang="en-IN" sz="1800" dirty="0"/>
              <a:t> Implemented role-based access control (RBAC) and secure JWT authentication for all users.</a:t>
            </a:r>
          </a:p>
          <a:p>
            <a:r>
              <a:rPr lang="en-IN" sz="1800" b="1" dirty="0"/>
              <a:t>Asynchronous Processing:</a:t>
            </a:r>
            <a:r>
              <a:rPr lang="en-IN" sz="1800" dirty="0"/>
              <a:t> Built Celery/Redis background workers to handle heavy AI tasks and billing without freezing the user interface</a:t>
            </a:r>
          </a:p>
          <a:p>
            <a:pPr algn="just">
              <a:lnSpc>
                <a:spcPct val="112000"/>
              </a:lnSpc>
              <a:spcBef>
                <a:spcPct val="0"/>
              </a:spcBef>
              <a:spcAft>
                <a:spcPct val="35000"/>
              </a:spcAft>
            </a:pP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16E6-A6E9-E5EE-CB6B-A13EFAD9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534614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Testing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3F6C2-25C4-7B9B-60A2-53E7E2014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73" y="1945941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/>
              <a:t>Unit Testing:</a:t>
            </a:r>
            <a:r>
              <a:rPr lang="en-IN" sz="1800" dirty="0"/>
              <a:t> Isolated testing of core logic, like the AI forecasting algorithms and wholesale price calculators.</a:t>
            </a:r>
          </a:p>
          <a:p>
            <a:r>
              <a:rPr lang="en-IN" sz="1800" b="1" dirty="0"/>
              <a:t>API Integration Testing:</a:t>
            </a:r>
            <a:r>
              <a:rPr lang="en-IN" sz="1800" dirty="0"/>
              <a:t> Using automated scripts to verify that the Next.js frontend securely and correctly talks to the backend database.</a:t>
            </a:r>
          </a:p>
          <a:p>
            <a:r>
              <a:rPr lang="en-IN" sz="1800" b="1" dirty="0"/>
              <a:t>End-to-End (E2E) UI Testing:</a:t>
            </a:r>
            <a:r>
              <a:rPr lang="en-IN" sz="1800" dirty="0"/>
              <a:t> Manually simulating the complete user journey from account creation to successfully tracking a lifetime subscription.</a:t>
            </a:r>
          </a:p>
          <a:p>
            <a:pPr algn="just">
              <a:lnSpc>
                <a:spcPct val="112000"/>
              </a:lnSpc>
              <a:spcBef>
                <a:spcPct val="0"/>
              </a:spcBef>
              <a:spcAft>
                <a:spcPct val="35000"/>
              </a:spcAft>
            </a:pP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F2B53-2A6D-6C3C-BDF1-56B38B1D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2414C-C15C-2515-EC02-21BFC8AA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909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529" y="561508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Drastic Cost Reductions:</a:t>
            </a:r>
            <a:r>
              <a:rPr lang="en-IN" sz="1800" dirty="0"/>
              <a:t> Successfully bypassed retail markups, offering families near-wholesale prices and long-term price protection.</a:t>
            </a:r>
          </a:p>
          <a:p>
            <a:r>
              <a:rPr lang="en-IN" sz="1800" b="1" dirty="0"/>
              <a:t>High AI Accuracy:</a:t>
            </a:r>
            <a:r>
              <a:rPr lang="en-IN" sz="1800" dirty="0"/>
              <a:t> The forecasting engine achieved high precision in predicting household consumption, completely eliminating manufacturer guesswork and waste.</a:t>
            </a:r>
          </a:p>
          <a:p>
            <a:r>
              <a:rPr lang="en-IN" sz="1800" b="1" dirty="0"/>
              <a:t>Scalable System Performance:</a:t>
            </a:r>
            <a:r>
              <a:rPr lang="en-IN" sz="1800" dirty="0"/>
              <a:t> The decoupled architecture (using Redis and Celery) delivered lightning-fast load times and easily handled heavy automated billing cycles.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494" y="543579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266" y="1613460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/>
              <a:t>A New Retail Paradigm:</a:t>
            </a:r>
            <a:r>
              <a:rPr lang="en-IN" sz="1800" dirty="0"/>
              <a:t> </a:t>
            </a:r>
            <a:r>
              <a:rPr lang="en-IN" sz="1800" dirty="0" err="1"/>
              <a:t>LifeKart</a:t>
            </a:r>
            <a:r>
              <a:rPr lang="en-IN" sz="1800" dirty="0"/>
              <a:t> successfully proves that the inefficient traditional retail model can be completely replaced by a direct, lifetime-wholesale platform.</a:t>
            </a:r>
          </a:p>
          <a:p>
            <a:r>
              <a:rPr lang="en-IN" sz="1800" b="1" dirty="0"/>
              <a:t>Zero-Waste Manufacturing is Possible:</a:t>
            </a:r>
            <a:r>
              <a:rPr lang="en-IN" sz="1800" dirty="0"/>
              <a:t> By aggregating demand and using AI forecasting, the platform proves that factories can operate with zero guesswork and zero overproduction.</a:t>
            </a:r>
          </a:p>
          <a:p>
            <a:r>
              <a:rPr lang="en-IN" sz="1800" b="1" dirty="0"/>
              <a:t>The Future of Essentials:</a:t>
            </a:r>
            <a:r>
              <a:rPr lang="en-IN" sz="1800" dirty="0"/>
              <a:t> </a:t>
            </a:r>
            <a:r>
              <a:rPr lang="en-IN" sz="1800" dirty="0" err="1"/>
              <a:t>LifeKart</a:t>
            </a:r>
            <a:r>
              <a:rPr lang="en-IN" sz="1800" dirty="0"/>
              <a:t> lays the groundwork for a future where everyday groceries and essentials are treated as an automated, subsidized utility rather than a recurring chore.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494" y="543579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266" y="1613460"/>
            <a:ext cx="10515600" cy="4351338"/>
          </a:xfrm>
        </p:spPr>
        <p:txBody>
          <a:bodyPr>
            <a:normAutofit/>
          </a:bodyPr>
          <a:lstStyle/>
          <a:p>
            <a:r>
              <a:rPr lang="en-IN" sz="1800" b="1" dirty="0"/>
              <a:t>IoT Smart Home Integration:</a:t>
            </a:r>
            <a:r>
              <a:rPr lang="en-IN" sz="1800" dirty="0"/>
              <a:t> Integrating with smart refrigerators and pantry sensors to track real-time household inventory and trigger automated reorders.</a:t>
            </a:r>
          </a:p>
          <a:p>
            <a:r>
              <a:rPr lang="en-IN" sz="1800" b="1" dirty="0"/>
              <a:t>Blockchain Supply Chain:</a:t>
            </a:r>
            <a:r>
              <a:rPr lang="en-IN" sz="1800" dirty="0"/>
              <a:t> Implementing blockchain technology to create a completely transparent, tamper-proof tracking system from the factory floor directly to the consumer's doorstep.</a:t>
            </a:r>
          </a:p>
          <a:p>
            <a:r>
              <a:rPr lang="en-IN" sz="1800" b="1" dirty="0"/>
              <a:t>Advanced Corporate Perks:</a:t>
            </a:r>
            <a:r>
              <a:rPr lang="en-IN" sz="1800" dirty="0"/>
              <a:t> Expanding the HR module to automatically integrate with employee tax-saving benefits, flexible spending accounts, and wellness programs.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SCA,DSU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1A7-08A5-4732-95A7-378050096F40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7000"/>
            <a:lum/>
          </a:blip>
          <a:srcRect/>
          <a:stretch>
            <a:fillRect l="-59000" r="-5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AF9A-349E-73FF-7354-886CEDAEA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29870"/>
            <a:ext cx="12191999" cy="953576"/>
          </a:xfrm>
        </p:spPr>
        <p:txBody>
          <a:bodyPr>
            <a:no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2130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776</TotalTime>
  <Words>979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LifeKart</vt:lpstr>
      <vt:lpstr>Index </vt:lpstr>
      <vt:lpstr>Introduction / Abstract</vt:lpstr>
      <vt:lpstr>Problem Statement</vt:lpstr>
      <vt:lpstr>Existing Systems &amp; Limitations</vt:lpstr>
      <vt:lpstr>Objectives</vt:lpstr>
      <vt:lpstr>Proposed System</vt:lpstr>
      <vt:lpstr>Technology Stack</vt:lpstr>
      <vt:lpstr>System Architecture &amp; Modules</vt:lpstr>
      <vt:lpstr>Implementation Highlights</vt:lpstr>
      <vt:lpstr>Testing Strategy</vt:lpstr>
      <vt:lpstr>Results &amp; Performance</vt:lpstr>
      <vt:lpstr>Conclusion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MEETING ASSISTANT</dc:title>
  <dc:creator>padmageetha B G</dc:creator>
  <cp:lastModifiedBy>aiyappabp8@gmail.com</cp:lastModifiedBy>
  <cp:revision>10</cp:revision>
  <dcterms:created xsi:type="dcterms:W3CDTF">2026-03-13T06:04:21Z</dcterms:created>
  <dcterms:modified xsi:type="dcterms:W3CDTF">2026-07-17T05:49:48Z</dcterms:modified>
</cp:coreProperties>
</file>